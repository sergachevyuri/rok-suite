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9" r:id="rId3"/>
    <p:sldId id="258" r:id="rId4"/>
    <p:sldId id="257" r:id="rId5"/>
  </p:sldIdLst>
  <p:sldSz cx="89614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/>
    <p:restoredTop sz="94658"/>
  </p:normalViewPr>
  <p:slideViewPr>
    <p:cSldViewPr snapToGrid="0">
      <p:cViewPr varScale="1">
        <p:scale>
          <a:sx n="120" d="100"/>
          <a:sy n="120" d="100"/>
        </p:scale>
        <p:origin x="2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7AE60-8256-F14E-9EB4-94FADFD335E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2875" y="1143000"/>
            <a:ext cx="4032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C7242-A353-7C48-AE5E-C41FCE31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42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AC7242-A353-7C48-AE5E-C41FCE3165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05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FA3F-7662-3796-3F80-4DB88DB2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1C270-8584-1244-FC36-9FF09C115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64CDC-BEB7-9401-5ECC-735E094C1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B2876-4A43-F31B-8258-7B9928AC3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AC7242-A353-7C48-AE5E-C41FCE3165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69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2108" y="1122363"/>
            <a:ext cx="7617222" cy="2387600"/>
          </a:xfrm>
        </p:spPr>
        <p:txBody>
          <a:bodyPr anchor="b"/>
          <a:lstStyle>
            <a:lvl1pPr algn="ctr">
              <a:defRPr sz="5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180" y="3602038"/>
            <a:ext cx="6721079" cy="1655762"/>
          </a:xfrm>
        </p:spPr>
        <p:txBody>
          <a:bodyPr/>
          <a:lstStyle>
            <a:lvl1pPr marL="0" indent="0" algn="ctr">
              <a:buNone/>
              <a:defRPr sz="2352"/>
            </a:lvl1pPr>
            <a:lvl2pPr marL="448056" indent="0" algn="ctr">
              <a:buNone/>
              <a:defRPr sz="1960"/>
            </a:lvl2pPr>
            <a:lvl3pPr marL="896112" indent="0" algn="ctr">
              <a:buNone/>
              <a:defRPr sz="1764"/>
            </a:lvl3pPr>
            <a:lvl4pPr marL="1344168" indent="0" algn="ctr">
              <a:buNone/>
              <a:defRPr sz="1568"/>
            </a:lvl4pPr>
            <a:lvl5pPr marL="1792224" indent="0" algn="ctr">
              <a:buNone/>
              <a:defRPr sz="1568"/>
            </a:lvl5pPr>
            <a:lvl6pPr marL="2240280" indent="0" algn="ctr">
              <a:buNone/>
              <a:defRPr sz="1568"/>
            </a:lvl6pPr>
            <a:lvl7pPr marL="2688336" indent="0" algn="ctr">
              <a:buNone/>
              <a:defRPr sz="1568"/>
            </a:lvl7pPr>
            <a:lvl8pPr marL="3136392" indent="0" algn="ctr">
              <a:buNone/>
              <a:defRPr sz="1568"/>
            </a:lvl8pPr>
            <a:lvl9pPr marL="3584448" indent="0" algn="ctr">
              <a:buNone/>
              <a:defRPr sz="15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1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2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432" y="1709740"/>
            <a:ext cx="7729240" cy="2852737"/>
          </a:xfrm>
        </p:spPr>
        <p:txBody>
          <a:bodyPr anchor="b"/>
          <a:lstStyle>
            <a:lvl1pPr>
              <a:defRPr sz="5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432" y="4589465"/>
            <a:ext cx="7729240" cy="1500187"/>
          </a:xfrm>
        </p:spPr>
        <p:txBody>
          <a:bodyPr/>
          <a:lstStyle>
            <a:lvl1pPr marL="0" indent="0">
              <a:buNone/>
              <a:defRPr sz="2352">
                <a:solidFill>
                  <a:schemeClr val="tx1">
                    <a:tint val="82000"/>
                  </a:schemeClr>
                </a:solidFill>
              </a:defRPr>
            </a:lvl1pPr>
            <a:lvl2pPr marL="448056" indent="0">
              <a:buNone/>
              <a:defRPr sz="1960">
                <a:solidFill>
                  <a:schemeClr val="tx1">
                    <a:tint val="82000"/>
                  </a:schemeClr>
                </a:solidFill>
              </a:defRPr>
            </a:lvl2pPr>
            <a:lvl3pPr marL="89611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3pPr>
            <a:lvl4pPr marL="1344168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4pPr>
            <a:lvl5pPr marL="1792224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5pPr>
            <a:lvl6pPr marL="2240280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6pPr>
            <a:lvl7pPr marL="2688336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7pPr>
            <a:lvl8pPr marL="3136392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8pPr>
            <a:lvl9pPr marL="3584448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5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099" y="1825625"/>
            <a:ext cx="38086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6728" y="1825625"/>
            <a:ext cx="38086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5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365126"/>
            <a:ext cx="772924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67" y="1681163"/>
            <a:ext cx="3791108" cy="823912"/>
          </a:xfrm>
        </p:spPr>
        <p:txBody>
          <a:bodyPr anchor="b"/>
          <a:lstStyle>
            <a:lvl1pPr marL="0" indent="0">
              <a:buNone/>
              <a:defRPr sz="2352" b="1"/>
            </a:lvl1pPr>
            <a:lvl2pPr marL="448056" indent="0">
              <a:buNone/>
              <a:defRPr sz="1960" b="1"/>
            </a:lvl2pPr>
            <a:lvl3pPr marL="896112" indent="0">
              <a:buNone/>
              <a:defRPr sz="1764" b="1"/>
            </a:lvl3pPr>
            <a:lvl4pPr marL="1344168" indent="0">
              <a:buNone/>
              <a:defRPr sz="1568" b="1"/>
            </a:lvl4pPr>
            <a:lvl5pPr marL="1792224" indent="0">
              <a:buNone/>
              <a:defRPr sz="1568" b="1"/>
            </a:lvl5pPr>
            <a:lvl6pPr marL="2240280" indent="0">
              <a:buNone/>
              <a:defRPr sz="1568" b="1"/>
            </a:lvl6pPr>
            <a:lvl7pPr marL="2688336" indent="0">
              <a:buNone/>
              <a:defRPr sz="1568" b="1"/>
            </a:lvl7pPr>
            <a:lvl8pPr marL="3136392" indent="0">
              <a:buNone/>
              <a:defRPr sz="1568" b="1"/>
            </a:lvl8pPr>
            <a:lvl9pPr marL="3584448" indent="0">
              <a:buNone/>
              <a:defRPr sz="15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67" y="2505075"/>
            <a:ext cx="37911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6729" y="1681163"/>
            <a:ext cx="3809778" cy="823912"/>
          </a:xfrm>
        </p:spPr>
        <p:txBody>
          <a:bodyPr anchor="b"/>
          <a:lstStyle>
            <a:lvl1pPr marL="0" indent="0">
              <a:buNone/>
              <a:defRPr sz="2352" b="1"/>
            </a:lvl1pPr>
            <a:lvl2pPr marL="448056" indent="0">
              <a:buNone/>
              <a:defRPr sz="1960" b="1"/>
            </a:lvl2pPr>
            <a:lvl3pPr marL="896112" indent="0">
              <a:buNone/>
              <a:defRPr sz="1764" b="1"/>
            </a:lvl3pPr>
            <a:lvl4pPr marL="1344168" indent="0">
              <a:buNone/>
              <a:defRPr sz="1568" b="1"/>
            </a:lvl4pPr>
            <a:lvl5pPr marL="1792224" indent="0">
              <a:buNone/>
              <a:defRPr sz="1568" b="1"/>
            </a:lvl5pPr>
            <a:lvl6pPr marL="2240280" indent="0">
              <a:buNone/>
              <a:defRPr sz="1568" b="1"/>
            </a:lvl6pPr>
            <a:lvl7pPr marL="2688336" indent="0">
              <a:buNone/>
              <a:defRPr sz="1568" b="1"/>
            </a:lvl7pPr>
            <a:lvl8pPr marL="3136392" indent="0">
              <a:buNone/>
              <a:defRPr sz="1568" b="1"/>
            </a:lvl8pPr>
            <a:lvl9pPr marL="3584448" indent="0">
              <a:buNone/>
              <a:defRPr sz="15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36729" y="2505075"/>
            <a:ext cx="380977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85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60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0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457200"/>
            <a:ext cx="2890297" cy="1600200"/>
          </a:xfrm>
        </p:spPr>
        <p:txBody>
          <a:bodyPr anchor="b"/>
          <a:lstStyle>
            <a:lvl1pPr>
              <a:defRPr sz="31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778" y="987426"/>
            <a:ext cx="4536728" cy="4873625"/>
          </a:xfrm>
        </p:spPr>
        <p:txBody>
          <a:bodyPr/>
          <a:lstStyle>
            <a:lvl1pPr>
              <a:defRPr sz="3136"/>
            </a:lvl1pPr>
            <a:lvl2pPr>
              <a:defRPr sz="2744"/>
            </a:lvl2pPr>
            <a:lvl3pPr>
              <a:defRPr sz="2352"/>
            </a:lvl3pPr>
            <a:lvl4pPr>
              <a:defRPr sz="1960"/>
            </a:lvl4pPr>
            <a:lvl5pPr>
              <a:defRPr sz="1960"/>
            </a:lvl5pPr>
            <a:lvl6pPr>
              <a:defRPr sz="1960"/>
            </a:lvl6pPr>
            <a:lvl7pPr>
              <a:defRPr sz="1960"/>
            </a:lvl7pPr>
            <a:lvl8pPr>
              <a:defRPr sz="1960"/>
            </a:lvl8pPr>
            <a:lvl9pPr>
              <a:defRPr sz="1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66" y="2057400"/>
            <a:ext cx="2890297" cy="3811588"/>
          </a:xfrm>
        </p:spPr>
        <p:txBody>
          <a:bodyPr/>
          <a:lstStyle>
            <a:lvl1pPr marL="0" indent="0">
              <a:buNone/>
              <a:defRPr sz="1568"/>
            </a:lvl1pPr>
            <a:lvl2pPr marL="448056" indent="0">
              <a:buNone/>
              <a:defRPr sz="1372"/>
            </a:lvl2pPr>
            <a:lvl3pPr marL="896112" indent="0">
              <a:buNone/>
              <a:defRPr sz="1176"/>
            </a:lvl3pPr>
            <a:lvl4pPr marL="1344168" indent="0">
              <a:buNone/>
              <a:defRPr sz="980"/>
            </a:lvl4pPr>
            <a:lvl5pPr marL="1792224" indent="0">
              <a:buNone/>
              <a:defRPr sz="980"/>
            </a:lvl5pPr>
            <a:lvl6pPr marL="2240280" indent="0">
              <a:buNone/>
              <a:defRPr sz="980"/>
            </a:lvl6pPr>
            <a:lvl7pPr marL="2688336" indent="0">
              <a:buNone/>
              <a:defRPr sz="980"/>
            </a:lvl7pPr>
            <a:lvl8pPr marL="3136392" indent="0">
              <a:buNone/>
              <a:defRPr sz="980"/>
            </a:lvl8pPr>
            <a:lvl9pPr marL="3584448" indent="0">
              <a:buNone/>
              <a:defRPr sz="9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3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457200"/>
            <a:ext cx="2890297" cy="1600200"/>
          </a:xfrm>
        </p:spPr>
        <p:txBody>
          <a:bodyPr anchor="b"/>
          <a:lstStyle>
            <a:lvl1pPr>
              <a:defRPr sz="31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09778" y="987426"/>
            <a:ext cx="4536728" cy="4873625"/>
          </a:xfrm>
        </p:spPr>
        <p:txBody>
          <a:bodyPr anchor="t"/>
          <a:lstStyle>
            <a:lvl1pPr marL="0" indent="0">
              <a:buNone/>
              <a:defRPr sz="3136"/>
            </a:lvl1pPr>
            <a:lvl2pPr marL="448056" indent="0">
              <a:buNone/>
              <a:defRPr sz="2744"/>
            </a:lvl2pPr>
            <a:lvl3pPr marL="896112" indent="0">
              <a:buNone/>
              <a:defRPr sz="2352"/>
            </a:lvl3pPr>
            <a:lvl4pPr marL="1344168" indent="0">
              <a:buNone/>
              <a:defRPr sz="1960"/>
            </a:lvl4pPr>
            <a:lvl5pPr marL="1792224" indent="0">
              <a:buNone/>
              <a:defRPr sz="1960"/>
            </a:lvl5pPr>
            <a:lvl6pPr marL="2240280" indent="0">
              <a:buNone/>
              <a:defRPr sz="1960"/>
            </a:lvl6pPr>
            <a:lvl7pPr marL="2688336" indent="0">
              <a:buNone/>
              <a:defRPr sz="1960"/>
            </a:lvl7pPr>
            <a:lvl8pPr marL="3136392" indent="0">
              <a:buNone/>
              <a:defRPr sz="1960"/>
            </a:lvl8pPr>
            <a:lvl9pPr marL="3584448" indent="0">
              <a:buNone/>
              <a:defRPr sz="1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66" y="2057400"/>
            <a:ext cx="2890297" cy="3811588"/>
          </a:xfrm>
        </p:spPr>
        <p:txBody>
          <a:bodyPr/>
          <a:lstStyle>
            <a:lvl1pPr marL="0" indent="0">
              <a:buNone/>
              <a:defRPr sz="1568"/>
            </a:lvl1pPr>
            <a:lvl2pPr marL="448056" indent="0">
              <a:buNone/>
              <a:defRPr sz="1372"/>
            </a:lvl2pPr>
            <a:lvl3pPr marL="896112" indent="0">
              <a:buNone/>
              <a:defRPr sz="1176"/>
            </a:lvl3pPr>
            <a:lvl4pPr marL="1344168" indent="0">
              <a:buNone/>
              <a:defRPr sz="980"/>
            </a:lvl4pPr>
            <a:lvl5pPr marL="1792224" indent="0">
              <a:buNone/>
              <a:defRPr sz="980"/>
            </a:lvl5pPr>
            <a:lvl6pPr marL="2240280" indent="0">
              <a:buNone/>
              <a:defRPr sz="980"/>
            </a:lvl6pPr>
            <a:lvl7pPr marL="2688336" indent="0">
              <a:buNone/>
              <a:defRPr sz="980"/>
            </a:lvl7pPr>
            <a:lvl8pPr marL="3136392" indent="0">
              <a:buNone/>
              <a:defRPr sz="980"/>
            </a:lvl8pPr>
            <a:lvl9pPr marL="3584448" indent="0">
              <a:buNone/>
              <a:defRPr sz="9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69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4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13030" y="365125"/>
            <a:ext cx="193231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6099" y="365125"/>
            <a:ext cx="568491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4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099" y="365126"/>
            <a:ext cx="77292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6099" y="1825625"/>
            <a:ext cx="77292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6099" y="6356352"/>
            <a:ext cx="20163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6C4DE-B126-0B48-A37E-D4A228251755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8477" y="6356352"/>
            <a:ext cx="30244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29015" y="6356352"/>
            <a:ext cx="20163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9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96112" rtl="0" eaLnBrk="1" latinLnBrk="0" hangingPunct="1">
        <a:lnSpc>
          <a:spcPct val="90000"/>
        </a:lnSpc>
        <a:spcBef>
          <a:spcPct val="0"/>
        </a:spcBef>
        <a:buNone/>
        <a:defRPr sz="43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028" indent="-224028" algn="l" defTabSz="896112" rtl="0" eaLnBrk="1" latinLnBrk="0" hangingPunct="1">
        <a:lnSpc>
          <a:spcPct val="90000"/>
        </a:lnSpc>
        <a:spcBef>
          <a:spcPts val="980"/>
        </a:spcBef>
        <a:buFont typeface="Arial" panose="020B0604020202020204" pitchFamily="34" charset="0"/>
        <a:buChar char="•"/>
        <a:defRPr sz="2744" kern="1200">
          <a:solidFill>
            <a:schemeClr val="tx1"/>
          </a:solidFill>
          <a:latin typeface="+mn-lt"/>
          <a:ea typeface="+mn-ea"/>
          <a:cs typeface="+mn-cs"/>
        </a:defRPr>
      </a:lvl1pPr>
      <a:lvl2pPr marL="672084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2pPr>
      <a:lvl3pPr marL="1120140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3pPr>
      <a:lvl4pPr marL="1568196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5pPr>
      <a:lvl6pPr marL="2464308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6pPr>
      <a:lvl7pPr marL="2912364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8pPr>
      <a:lvl9pPr marL="3808476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48056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96112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4pPr>
      <a:lvl5pPr marL="1792224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5pPr>
      <a:lvl6pPr marL="2240280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6pPr>
      <a:lvl7pPr marL="2688336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7pPr>
      <a:lvl8pPr marL="3136392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8pPr>
      <a:lvl9pPr marL="3584448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ame of a board game&#10;&#10;AI-generated content may be incorrect.">
            <a:extLst>
              <a:ext uri="{FF2B5EF4-FFF2-40B4-BE49-F238E27FC236}">
                <a16:creationId xmlns:a16="http://schemas.microsoft.com/office/drawing/2014/main" id="{9AF4BDA3-5CCA-266F-8406-2A8502086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8964707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E0229F-F911-DC1A-C6E6-9CF7E2E9E5A0}"/>
              </a:ext>
            </a:extLst>
          </p:cNvPr>
          <p:cNvSpPr/>
          <p:nvPr/>
        </p:nvSpPr>
        <p:spPr>
          <a:xfrm rot="1979634">
            <a:off x="-131765" y="3372644"/>
            <a:ext cx="6582822" cy="2574389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95C755-6FCD-60E3-D019-4E831D422186}"/>
              </a:ext>
            </a:extLst>
          </p:cNvPr>
          <p:cNvSpPr/>
          <p:nvPr/>
        </p:nvSpPr>
        <p:spPr>
          <a:xfrm rot="1979634">
            <a:off x="1896508" y="385411"/>
            <a:ext cx="6558877" cy="2337741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B1A919-0656-46D4-9A83-24DBFAD278F7}"/>
              </a:ext>
            </a:extLst>
          </p:cNvPr>
          <p:cNvSpPr/>
          <p:nvPr/>
        </p:nvSpPr>
        <p:spPr>
          <a:xfrm rot="1979634">
            <a:off x="901795" y="2449619"/>
            <a:ext cx="6568256" cy="1204578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7E59F7-AE05-830E-6C93-61D3F48327EB}"/>
              </a:ext>
            </a:extLst>
          </p:cNvPr>
          <p:cNvSpPr txBox="1"/>
          <p:nvPr/>
        </p:nvSpPr>
        <p:spPr>
          <a:xfrm>
            <a:off x="7268392" y="5347699"/>
            <a:ext cx="1211548" cy="519351"/>
          </a:xfrm>
          <a:prstGeom prst="ellipse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Enemy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51FB2-A504-E958-2340-45080BFE8078}"/>
              </a:ext>
            </a:extLst>
          </p:cNvPr>
          <p:cNvSpPr txBox="1"/>
          <p:nvPr/>
        </p:nvSpPr>
        <p:spPr>
          <a:xfrm>
            <a:off x="577331" y="496441"/>
            <a:ext cx="934651" cy="519351"/>
          </a:xfrm>
          <a:prstGeom prst="ellipse">
            <a:avLst/>
          </a:prstGeom>
          <a:solidFill>
            <a:schemeClr val="accent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B966B82-6CA0-46E5-1E21-59115CE4C277}"/>
              </a:ext>
            </a:extLst>
          </p:cNvPr>
          <p:cNvCxnSpPr>
            <a:cxnSpLocks/>
          </p:cNvCxnSpPr>
          <p:nvPr/>
        </p:nvCxnSpPr>
        <p:spPr>
          <a:xfrm>
            <a:off x="2286000" y="758379"/>
            <a:ext cx="2212513" cy="232571"/>
          </a:xfrm>
          <a:prstGeom prst="straightConnector1">
            <a:avLst/>
          </a:prstGeom>
          <a:ln w="47625">
            <a:solidFill>
              <a:schemeClr val="accent4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94881D-0240-C951-375B-FF2B22F66CC4}"/>
              </a:ext>
            </a:extLst>
          </p:cNvPr>
          <p:cNvCxnSpPr>
            <a:cxnSpLocks/>
          </p:cNvCxnSpPr>
          <p:nvPr/>
        </p:nvCxnSpPr>
        <p:spPr>
          <a:xfrm>
            <a:off x="871870" y="1435395"/>
            <a:ext cx="0" cy="1190847"/>
          </a:xfrm>
          <a:prstGeom prst="straightConnector1">
            <a:avLst/>
          </a:prstGeom>
          <a:ln w="47625">
            <a:solidFill>
              <a:schemeClr val="accent5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4A0CBB-F801-14CE-A390-1A2A6368810E}"/>
              </a:ext>
            </a:extLst>
          </p:cNvPr>
          <p:cNvCxnSpPr>
            <a:cxnSpLocks/>
          </p:cNvCxnSpPr>
          <p:nvPr/>
        </p:nvCxnSpPr>
        <p:spPr>
          <a:xfrm>
            <a:off x="4688958" y="1202789"/>
            <a:ext cx="127591" cy="711071"/>
          </a:xfrm>
          <a:prstGeom prst="straightConnector1">
            <a:avLst/>
          </a:prstGeom>
          <a:ln w="47625">
            <a:solidFill>
              <a:schemeClr val="accent4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983888-8841-8D18-604F-0818EFC01CC8}"/>
              </a:ext>
            </a:extLst>
          </p:cNvPr>
          <p:cNvCxnSpPr>
            <a:cxnSpLocks/>
          </p:cNvCxnSpPr>
          <p:nvPr/>
        </p:nvCxnSpPr>
        <p:spPr>
          <a:xfrm>
            <a:off x="5061098" y="1015792"/>
            <a:ext cx="850604" cy="100627"/>
          </a:xfrm>
          <a:prstGeom prst="straightConnector1">
            <a:avLst/>
          </a:prstGeom>
          <a:ln w="47625">
            <a:solidFill>
              <a:schemeClr val="accent4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EEEA9F-6BC2-4D8A-5B86-779AEA5190CD}"/>
              </a:ext>
            </a:extLst>
          </p:cNvPr>
          <p:cNvCxnSpPr>
            <a:cxnSpLocks/>
          </p:cNvCxnSpPr>
          <p:nvPr/>
        </p:nvCxnSpPr>
        <p:spPr>
          <a:xfrm>
            <a:off x="967563" y="3051908"/>
            <a:ext cx="0" cy="925645"/>
          </a:xfrm>
          <a:prstGeom prst="straightConnector1">
            <a:avLst/>
          </a:prstGeom>
          <a:ln w="47625">
            <a:solidFill>
              <a:schemeClr val="accent5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9957DC-33DE-F67B-4C4C-34748D76AAC7}"/>
              </a:ext>
            </a:extLst>
          </p:cNvPr>
          <p:cNvCxnSpPr>
            <a:cxnSpLocks/>
          </p:cNvCxnSpPr>
          <p:nvPr/>
        </p:nvCxnSpPr>
        <p:spPr>
          <a:xfrm>
            <a:off x="1265274" y="2817628"/>
            <a:ext cx="1095154" cy="404037"/>
          </a:xfrm>
          <a:prstGeom prst="straightConnector1">
            <a:avLst/>
          </a:prstGeom>
          <a:ln w="47625">
            <a:solidFill>
              <a:schemeClr val="accent5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146A04-B288-17D0-9395-51BA9D58B940}"/>
              </a:ext>
            </a:extLst>
          </p:cNvPr>
          <p:cNvCxnSpPr>
            <a:cxnSpLocks/>
          </p:cNvCxnSpPr>
          <p:nvPr/>
        </p:nvCxnSpPr>
        <p:spPr>
          <a:xfrm>
            <a:off x="1969674" y="1343449"/>
            <a:ext cx="914645" cy="617731"/>
          </a:xfrm>
          <a:prstGeom prst="straightConnector1">
            <a:avLst/>
          </a:prstGeom>
          <a:ln w="47625">
            <a:solidFill>
              <a:schemeClr val="accent2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0C76C3-F41D-795D-AE09-E508DAA5BF9C}"/>
              </a:ext>
            </a:extLst>
          </p:cNvPr>
          <p:cNvCxnSpPr>
            <a:cxnSpLocks/>
          </p:cNvCxnSpPr>
          <p:nvPr/>
        </p:nvCxnSpPr>
        <p:spPr>
          <a:xfrm flipH="1" flipV="1">
            <a:off x="1788879" y="1986171"/>
            <a:ext cx="820285" cy="38372"/>
          </a:xfrm>
          <a:prstGeom prst="straightConnector1">
            <a:avLst/>
          </a:prstGeom>
          <a:ln w="47625">
            <a:solidFill>
              <a:schemeClr val="accent2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488E46-24D8-4A6F-74C5-EC4182A250E2}"/>
              </a:ext>
            </a:extLst>
          </p:cNvPr>
          <p:cNvCxnSpPr>
            <a:cxnSpLocks/>
          </p:cNvCxnSpPr>
          <p:nvPr/>
        </p:nvCxnSpPr>
        <p:spPr>
          <a:xfrm flipV="1">
            <a:off x="3027453" y="1259384"/>
            <a:ext cx="37661" cy="654476"/>
          </a:xfrm>
          <a:prstGeom prst="straightConnector1">
            <a:avLst/>
          </a:prstGeom>
          <a:ln w="47625">
            <a:solidFill>
              <a:schemeClr val="accent2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54C6507-5262-D089-7554-B42DE163F015}"/>
              </a:ext>
            </a:extLst>
          </p:cNvPr>
          <p:cNvSpPr txBox="1"/>
          <p:nvPr/>
        </p:nvSpPr>
        <p:spPr>
          <a:xfrm>
            <a:off x="6621188" y="556458"/>
            <a:ext cx="132061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Top Lane:</a:t>
            </a:r>
          </a:p>
          <a:p>
            <a:r>
              <a:rPr lang="en-US" dirty="0"/>
              <a:t>Fluffy Team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9EA09-F463-44EE-3C3A-09ABBE695A49}"/>
              </a:ext>
            </a:extLst>
          </p:cNvPr>
          <p:cNvSpPr txBox="1"/>
          <p:nvPr/>
        </p:nvSpPr>
        <p:spPr>
          <a:xfrm>
            <a:off x="2427259" y="2266359"/>
            <a:ext cx="2321085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Middle Lane:</a:t>
            </a:r>
          </a:p>
          <a:p>
            <a:r>
              <a:rPr lang="en-US" dirty="0"/>
              <a:t>Michael, Fluffy Prince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1A821C-57B8-875F-94AA-5C122818C1CE}"/>
              </a:ext>
            </a:extLst>
          </p:cNvPr>
          <p:cNvSpPr txBox="1"/>
          <p:nvPr/>
        </p:nvSpPr>
        <p:spPr>
          <a:xfrm>
            <a:off x="97612" y="4360737"/>
            <a:ext cx="1614866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Bottom Lane:</a:t>
            </a:r>
          </a:p>
          <a:p>
            <a:r>
              <a:rPr lang="en-US" dirty="0"/>
              <a:t>Suntzu’s Team</a:t>
            </a:r>
          </a:p>
        </p:txBody>
      </p:sp>
    </p:spTree>
    <p:extLst>
      <p:ext uri="{BB962C8B-B14F-4D97-AF65-F5344CB8AC3E}">
        <p14:creationId xmlns:p14="http://schemas.microsoft.com/office/powerpoint/2010/main" val="207562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230A-A5F2-394D-FB2A-D1919637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ame of a board game&#10;&#10;AI-generated content may be incorrect.">
            <a:extLst>
              <a:ext uri="{FF2B5EF4-FFF2-40B4-BE49-F238E27FC236}">
                <a16:creationId xmlns:a16="http://schemas.microsoft.com/office/drawing/2014/main" id="{779DA9E8-2B60-7E04-FDC2-F2E800CD1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8964707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7B4B7B5-9F9D-520B-6452-A2AC69F7D3AA}"/>
              </a:ext>
            </a:extLst>
          </p:cNvPr>
          <p:cNvSpPr/>
          <p:nvPr/>
        </p:nvSpPr>
        <p:spPr>
          <a:xfrm rot="1979634">
            <a:off x="-131765" y="3372644"/>
            <a:ext cx="6582822" cy="2574389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A13005-6E49-68D8-F960-B17AAD70997B}"/>
              </a:ext>
            </a:extLst>
          </p:cNvPr>
          <p:cNvSpPr/>
          <p:nvPr/>
        </p:nvSpPr>
        <p:spPr>
          <a:xfrm rot="1979634">
            <a:off x="1896508" y="385411"/>
            <a:ext cx="6558877" cy="2337741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B006C9-81E4-C7DA-A5C0-6B98B1477560}"/>
              </a:ext>
            </a:extLst>
          </p:cNvPr>
          <p:cNvSpPr/>
          <p:nvPr/>
        </p:nvSpPr>
        <p:spPr>
          <a:xfrm rot="1979634">
            <a:off x="901795" y="2449619"/>
            <a:ext cx="6568256" cy="1204578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AAD8EC-F964-AFEF-188B-D940DEDB5F3F}"/>
              </a:ext>
            </a:extLst>
          </p:cNvPr>
          <p:cNvSpPr txBox="1"/>
          <p:nvPr/>
        </p:nvSpPr>
        <p:spPr>
          <a:xfrm>
            <a:off x="7268392" y="5347699"/>
            <a:ext cx="934651" cy="519351"/>
          </a:xfrm>
          <a:prstGeom prst="ellipse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8D4DC-0615-4F1E-A0F5-890C251BC208}"/>
              </a:ext>
            </a:extLst>
          </p:cNvPr>
          <p:cNvSpPr txBox="1"/>
          <p:nvPr/>
        </p:nvSpPr>
        <p:spPr>
          <a:xfrm>
            <a:off x="577331" y="496441"/>
            <a:ext cx="1211548" cy="519351"/>
          </a:xfrm>
          <a:prstGeom prst="ellipse">
            <a:avLst/>
          </a:prstGeom>
          <a:solidFill>
            <a:schemeClr val="accent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Enemy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F86B7D1-5562-F10E-0073-F7844E335062}"/>
              </a:ext>
            </a:extLst>
          </p:cNvPr>
          <p:cNvCxnSpPr>
            <a:cxnSpLocks/>
          </p:cNvCxnSpPr>
          <p:nvPr/>
        </p:nvCxnSpPr>
        <p:spPr>
          <a:xfrm flipV="1">
            <a:off x="7588750" y="3331222"/>
            <a:ext cx="68855" cy="1341741"/>
          </a:xfrm>
          <a:prstGeom prst="straightConnector1">
            <a:avLst/>
          </a:prstGeom>
          <a:ln w="47625">
            <a:solidFill>
              <a:schemeClr val="accent4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093B06-7C33-D727-2E79-5F1B0653F530}"/>
              </a:ext>
            </a:extLst>
          </p:cNvPr>
          <p:cNvCxnSpPr>
            <a:cxnSpLocks/>
          </p:cNvCxnSpPr>
          <p:nvPr/>
        </p:nvCxnSpPr>
        <p:spPr>
          <a:xfrm flipH="1" flipV="1">
            <a:off x="3939753" y="5520343"/>
            <a:ext cx="2408940" cy="199973"/>
          </a:xfrm>
          <a:prstGeom prst="straightConnector1">
            <a:avLst/>
          </a:prstGeom>
          <a:ln w="47625">
            <a:solidFill>
              <a:schemeClr val="accent5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24A2AB-8A8A-D996-9E34-63348BE35EF9}"/>
              </a:ext>
            </a:extLst>
          </p:cNvPr>
          <p:cNvCxnSpPr>
            <a:cxnSpLocks/>
          </p:cNvCxnSpPr>
          <p:nvPr/>
        </p:nvCxnSpPr>
        <p:spPr>
          <a:xfrm flipH="1" flipV="1">
            <a:off x="6348693" y="2992862"/>
            <a:ext cx="912811" cy="132001"/>
          </a:xfrm>
          <a:prstGeom prst="straightConnector1">
            <a:avLst/>
          </a:prstGeom>
          <a:ln w="47625">
            <a:solidFill>
              <a:schemeClr val="accent4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3F07FD-B232-A405-4F78-2FBC9E1644BD}"/>
              </a:ext>
            </a:extLst>
          </p:cNvPr>
          <p:cNvCxnSpPr>
            <a:cxnSpLocks/>
          </p:cNvCxnSpPr>
          <p:nvPr/>
        </p:nvCxnSpPr>
        <p:spPr>
          <a:xfrm flipH="1" flipV="1">
            <a:off x="7341418" y="2074632"/>
            <a:ext cx="228871" cy="657971"/>
          </a:xfrm>
          <a:prstGeom prst="straightConnector1">
            <a:avLst/>
          </a:prstGeom>
          <a:ln w="47625">
            <a:solidFill>
              <a:schemeClr val="accent4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37CDAD-2E04-17EF-F1A4-A04B0DB13FB8}"/>
              </a:ext>
            </a:extLst>
          </p:cNvPr>
          <p:cNvCxnSpPr>
            <a:cxnSpLocks/>
          </p:cNvCxnSpPr>
          <p:nvPr/>
        </p:nvCxnSpPr>
        <p:spPr>
          <a:xfrm flipH="1" flipV="1">
            <a:off x="2515492" y="5345437"/>
            <a:ext cx="844396" cy="77168"/>
          </a:xfrm>
          <a:prstGeom prst="straightConnector1">
            <a:avLst/>
          </a:prstGeom>
          <a:ln w="47625">
            <a:solidFill>
              <a:schemeClr val="accent5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C8E7E57-18D4-F15F-42C6-62303B07FD4B}"/>
              </a:ext>
            </a:extLst>
          </p:cNvPr>
          <p:cNvCxnSpPr>
            <a:cxnSpLocks/>
          </p:cNvCxnSpPr>
          <p:nvPr/>
        </p:nvCxnSpPr>
        <p:spPr>
          <a:xfrm flipH="1" flipV="1">
            <a:off x="3717360" y="4320464"/>
            <a:ext cx="222393" cy="1024973"/>
          </a:xfrm>
          <a:prstGeom prst="straightConnector1">
            <a:avLst/>
          </a:prstGeom>
          <a:ln w="47625">
            <a:solidFill>
              <a:schemeClr val="accent5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6879094-ECA0-BA38-0D54-B4688FE025BA}"/>
              </a:ext>
            </a:extLst>
          </p:cNvPr>
          <p:cNvCxnSpPr>
            <a:cxnSpLocks/>
          </p:cNvCxnSpPr>
          <p:nvPr/>
        </p:nvCxnSpPr>
        <p:spPr>
          <a:xfrm flipH="1" flipV="1">
            <a:off x="5730536" y="4183912"/>
            <a:ext cx="1004604" cy="665062"/>
          </a:xfrm>
          <a:prstGeom prst="straightConnector1">
            <a:avLst/>
          </a:prstGeom>
          <a:ln w="47625">
            <a:solidFill>
              <a:schemeClr val="accent2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748AFE-1453-F8BF-1BF0-FF0E4F44A76F}"/>
              </a:ext>
            </a:extLst>
          </p:cNvPr>
          <p:cNvCxnSpPr>
            <a:cxnSpLocks/>
          </p:cNvCxnSpPr>
          <p:nvPr/>
        </p:nvCxnSpPr>
        <p:spPr>
          <a:xfrm>
            <a:off x="5826642" y="3977553"/>
            <a:ext cx="929801" cy="7663"/>
          </a:xfrm>
          <a:prstGeom prst="straightConnector1">
            <a:avLst/>
          </a:prstGeom>
          <a:ln w="47625">
            <a:solidFill>
              <a:schemeClr val="accent2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4310B41-CEB8-8244-B20B-769D24D50E75}"/>
              </a:ext>
            </a:extLst>
          </p:cNvPr>
          <p:cNvCxnSpPr>
            <a:cxnSpLocks/>
          </p:cNvCxnSpPr>
          <p:nvPr/>
        </p:nvCxnSpPr>
        <p:spPr>
          <a:xfrm>
            <a:off x="5494205" y="4169206"/>
            <a:ext cx="50545" cy="749877"/>
          </a:xfrm>
          <a:prstGeom prst="straightConnector1">
            <a:avLst/>
          </a:prstGeom>
          <a:ln w="47625">
            <a:solidFill>
              <a:schemeClr val="accent2"/>
            </a:solidFill>
            <a:headEnd w="lg" len="lg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D910816-66DE-FA0E-2303-4E0A2ECFA61A}"/>
              </a:ext>
            </a:extLst>
          </p:cNvPr>
          <p:cNvSpPr txBox="1"/>
          <p:nvPr/>
        </p:nvSpPr>
        <p:spPr>
          <a:xfrm>
            <a:off x="7406740" y="1020283"/>
            <a:ext cx="1542923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Top Lane:</a:t>
            </a:r>
          </a:p>
          <a:p>
            <a:r>
              <a:rPr lang="en-US" dirty="0" err="1"/>
              <a:t>ByAnil’s</a:t>
            </a:r>
            <a:r>
              <a:rPr lang="en-US" dirty="0"/>
              <a:t> Team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8AB75A-7861-0235-219F-578AB32AE29E}"/>
              </a:ext>
            </a:extLst>
          </p:cNvPr>
          <p:cNvSpPr txBox="1"/>
          <p:nvPr/>
        </p:nvSpPr>
        <p:spPr>
          <a:xfrm>
            <a:off x="4320959" y="3279975"/>
            <a:ext cx="2752933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Middle Lane:</a:t>
            </a:r>
          </a:p>
          <a:p>
            <a:r>
              <a:rPr lang="en-US" dirty="0"/>
              <a:t>Fluffy, Older, </a:t>
            </a:r>
            <a:r>
              <a:rPr lang="en-US" dirty="0" err="1"/>
              <a:t>Stellara</a:t>
            </a:r>
            <a:r>
              <a:rPr lang="en-US" dirty="0"/>
              <a:t>, Bun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8301DD-0B9D-BE55-032C-19701116B26C}"/>
              </a:ext>
            </a:extLst>
          </p:cNvPr>
          <p:cNvSpPr txBox="1"/>
          <p:nvPr/>
        </p:nvSpPr>
        <p:spPr>
          <a:xfrm>
            <a:off x="1976748" y="6084157"/>
            <a:ext cx="1526444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Bottom Lane:</a:t>
            </a:r>
          </a:p>
          <a:p>
            <a:r>
              <a:rPr lang="en-US" dirty="0" err="1"/>
              <a:t>Suntzu</a:t>
            </a:r>
            <a:r>
              <a:rPr lang="en-US" dirty="0"/>
              <a:t> Team</a:t>
            </a:r>
          </a:p>
        </p:txBody>
      </p:sp>
    </p:spTree>
    <p:extLst>
      <p:ext uri="{BB962C8B-B14F-4D97-AF65-F5344CB8AC3E}">
        <p14:creationId xmlns:p14="http://schemas.microsoft.com/office/powerpoint/2010/main" val="3146041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767E5-957F-6421-D1CF-BB3D80CA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ame of a board game&#10;&#10;AI-generated content may be incorrect.">
            <a:extLst>
              <a:ext uri="{FF2B5EF4-FFF2-40B4-BE49-F238E27FC236}">
                <a16:creationId xmlns:a16="http://schemas.microsoft.com/office/drawing/2014/main" id="{07B47418-D4B8-F8F6-CFA0-20A05114F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964707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723DD54-91B4-F4CF-2DD4-67CC799504D2}"/>
              </a:ext>
            </a:extLst>
          </p:cNvPr>
          <p:cNvSpPr/>
          <p:nvPr/>
        </p:nvSpPr>
        <p:spPr>
          <a:xfrm rot="1979634">
            <a:off x="-131765" y="3372644"/>
            <a:ext cx="6582822" cy="257438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690EAD-DE29-F77F-5C06-B5683FD2CE33}"/>
              </a:ext>
            </a:extLst>
          </p:cNvPr>
          <p:cNvSpPr/>
          <p:nvPr/>
        </p:nvSpPr>
        <p:spPr>
          <a:xfrm rot="1979634">
            <a:off x="1896508" y="385411"/>
            <a:ext cx="6558877" cy="2337741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6092E0-E58E-1490-3913-F4816069B0F6}"/>
              </a:ext>
            </a:extLst>
          </p:cNvPr>
          <p:cNvSpPr/>
          <p:nvPr/>
        </p:nvSpPr>
        <p:spPr>
          <a:xfrm rot="1979634">
            <a:off x="901795" y="2449619"/>
            <a:ext cx="6568256" cy="1204578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66448F9-5370-40F2-8B59-0DF5858027EB}"/>
              </a:ext>
            </a:extLst>
          </p:cNvPr>
          <p:cNvSpPr/>
          <p:nvPr/>
        </p:nvSpPr>
        <p:spPr>
          <a:xfrm>
            <a:off x="784617" y="3831367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58652C-3A30-CC8C-89FC-CA6F0693B4A0}"/>
              </a:ext>
            </a:extLst>
          </p:cNvPr>
          <p:cNvSpPr/>
          <p:nvPr/>
        </p:nvSpPr>
        <p:spPr>
          <a:xfrm>
            <a:off x="712521" y="2668487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EFC14B-3810-B57A-89B8-A72A6E8DD541}"/>
              </a:ext>
            </a:extLst>
          </p:cNvPr>
          <p:cNvSpPr/>
          <p:nvPr/>
        </p:nvSpPr>
        <p:spPr>
          <a:xfrm>
            <a:off x="2128829" y="3051908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7610ED-039A-7EBE-2EF0-CC0893D91D42}"/>
              </a:ext>
            </a:extLst>
          </p:cNvPr>
          <p:cNvSpPr/>
          <p:nvPr/>
        </p:nvSpPr>
        <p:spPr>
          <a:xfrm>
            <a:off x="1884280" y="4948683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CC1A9F-20E5-9310-45BB-1981DABC5368}"/>
              </a:ext>
            </a:extLst>
          </p:cNvPr>
          <p:cNvSpPr/>
          <p:nvPr/>
        </p:nvSpPr>
        <p:spPr>
          <a:xfrm>
            <a:off x="3453233" y="5147060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EB7E5A-A40E-D783-01A6-575A253C9096}"/>
              </a:ext>
            </a:extLst>
          </p:cNvPr>
          <p:cNvSpPr/>
          <p:nvPr/>
        </p:nvSpPr>
        <p:spPr>
          <a:xfrm>
            <a:off x="3453233" y="3976727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5944EC-5BDF-0C6F-0DCA-93E108862E59}"/>
              </a:ext>
            </a:extLst>
          </p:cNvPr>
          <p:cNvSpPr/>
          <p:nvPr/>
        </p:nvSpPr>
        <p:spPr>
          <a:xfrm>
            <a:off x="5337512" y="4855586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8722853-5164-0CBD-4675-D08D67F55B77}"/>
              </a:ext>
            </a:extLst>
          </p:cNvPr>
          <p:cNvSpPr/>
          <p:nvPr/>
        </p:nvSpPr>
        <p:spPr>
          <a:xfrm>
            <a:off x="1350321" y="1766778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CBFEB0-14FD-79B2-C542-56AB0F9CD587}"/>
              </a:ext>
            </a:extLst>
          </p:cNvPr>
          <p:cNvSpPr/>
          <p:nvPr/>
        </p:nvSpPr>
        <p:spPr>
          <a:xfrm>
            <a:off x="2766629" y="1889153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EAB67E2-4985-1A73-6563-33EA8D95B597}"/>
              </a:ext>
            </a:extLst>
          </p:cNvPr>
          <p:cNvSpPr/>
          <p:nvPr/>
        </p:nvSpPr>
        <p:spPr>
          <a:xfrm>
            <a:off x="2766629" y="869562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89F8B2-2570-4F79-B057-12AD1EDD9209}"/>
              </a:ext>
            </a:extLst>
          </p:cNvPr>
          <p:cNvSpPr/>
          <p:nvPr/>
        </p:nvSpPr>
        <p:spPr>
          <a:xfrm>
            <a:off x="4549817" y="758379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6304FF-D597-8211-2D82-307C4F0BA60F}"/>
              </a:ext>
            </a:extLst>
          </p:cNvPr>
          <p:cNvSpPr/>
          <p:nvPr/>
        </p:nvSpPr>
        <p:spPr>
          <a:xfrm>
            <a:off x="4549817" y="1787894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ABA0D9B-6E5F-468B-C28E-AF5538E14486}"/>
              </a:ext>
            </a:extLst>
          </p:cNvPr>
          <p:cNvSpPr/>
          <p:nvPr/>
        </p:nvSpPr>
        <p:spPr>
          <a:xfrm>
            <a:off x="4026490" y="2939903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E997F5-3F88-891C-9190-5742CF02FFA5}"/>
              </a:ext>
            </a:extLst>
          </p:cNvPr>
          <p:cNvSpPr/>
          <p:nvPr/>
        </p:nvSpPr>
        <p:spPr>
          <a:xfrm>
            <a:off x="5292650" y="3785431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A094F58-AF8D-999C-FCF2-EEDFAA3DC41C}"/>
              </a:ext>
            </a:extLst>
          </p:cNvPr>
          <p:cNvSpPr/>
          <p:nvPr/>
        </p:nvSpPr>
        <p:spPr>
          <a:xfrm>
            <a:off x="5826609" y="2658004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E32FB6-4C42-8756-E68E-AB493B985355}"/>
              </a:ext>
            </a:extLst>
          </p:cNvPr>
          <p:cNvSpPr/>
          <p:nvPr/>
        </p:nvSpPr>
        <p:spPr>
          <a:xfrm>
            <a:off x="5826609" y="869711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E3F52C5-5BE2-BB0A-4CCB-2BAE43089049}"/>
              </a:ext>
            </a:extLst>
          </p:cNvPr>
          <p:cNvSpPr/>
          <p:nvPr/>
        </p:nvSpPr>
        <p:spPr>
          <a:xfrm>
            <a:off x="7409225" y="2881436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E777F77-E2F9-21CE-EDAE-788FB5A50D31}"/>
              </a:ext>
            </a:extLst>
          </p:cNvPr>
          <p:cNvSpPr/>
          <p:nvPr/>
        </p:nvSpPr>
        <p:spPr>
          <a:xfrm>
            <a:off x="6817516" y="3785430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78FB8E-2B9D-6486-B44C-42A2A1FBE5E5}"/>
              </a:ext>
            </a:extLst>
          </p:cNvPr>
          <p:cNvSpPr/>
          <p:nvPr/>
        </p:nvSpPr>
        <p:spPr>
          <a:xfrm>
            <a:off x="7077158" y="1718556"/>
            <a:ext cx="489097" cy="4890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7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3E0E8-FC6A-9CC7-61D9-4DA3293C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ame of a board game&#10;&#10;AI-generated content may be incorrect.">
            <a:extLst>
              <a:ext uri="{FF2B5EF4-FFF2-40B4-BE49-F238E27FC236}">
                <a16:creationId xmlns:a16="http://schemas.microsoft.com/office/drawing/2014/main" id="{120C1AAB-8D5B-C123-6F3F-C487033D4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964707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58EAA0-BAA3-F8EA-BD12-CDA096B930EB}"/>
              </a:ext>
            </a:extLst>
          </p:cNvPr>
          <p:cNvSpPr/>
          <p:nvPr/>
        </p:nvSpPr>
        <p:spPr>
          <a:xfrm rot="1979634">
            <a:off x="-131765" y="3372644"/>
            <a:ext cx="6582822" cy="257438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56B01-D09C-C842-5D76-2182C5EBBDA5}"/>
              </a:ext>
            </a:extLst>
          </p:cNvPr>
          <p:cNvSpPr/>
          <p:nvPr/>
        </p:nvSpPr>
        <p:spPr>
          <a:xfrm rot="1979634">
            <a:off x="1896508" y="385411"/>
            <a:ext cx="6558877" cy="2337741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0BF425-5DA2-E946-8EB7-DC5ECACD4ADE}"/>
              </a:ext>
            </a:extLst>
          </p:cNvPr>
          <p:cNvSpPr/>
          <p:nvPr/>
        </p:nvSpPr>
        <p:spPr>
          <a:xfrm rot="1979634">
            <a:off x="901795" y="2449619"/>
            <a:ext cx="6568256" cy="1204578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176D2B-264F-ECD1-E7EB-0D20F8114834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8961446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671">
                  <a:extLst>
                    <a:ext uri="{9D8B030D-6E8A-4147-A177-3AD203B41FA5}">
                      <a16:colId xmlns:a16="http://schemas.microsoft.com/office/drawing/2014/main" val="3585973272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3890821986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2226567286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1405675395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2105157900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1291580678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1743784602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1401454721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2064268603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1138337461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1968852751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3525223905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1011704751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3149486681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300433078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707012633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3992912932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4101586911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520907287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4061534974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1659305803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4161469811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1101098838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738795157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3516195436"/>
                    </a:ext>
                  </a:extLst>
                </a:gridCol>
                <a:gridCol w="344671">
                  <a:extLst>
                    <a:ext uri="{9D8B030D-6E8A-4147-A177-3AD203B41FA5}">
                      <a16:colId xmlns:a16="http://schemas.microsoft.com/office/drawing/2014/main" val="25262194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21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22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91992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03858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05105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46908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08308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80814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29013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6665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92927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48803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84501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83925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2494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51414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91284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11377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1773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86643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01686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127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667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25350</TotalTime>
  <Words>88</Words>
  <Application>Microsoft Macintosh PowerPoint</Application>
  <PresentationFormat>Custom</PresentationFormat>
  <Paragraphs>63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Aubrey Weigel</dc:creator>
  <cp:lastModifiedBy>Aubrey Weigel</cp:lastModifiedBy>
  <cp:revision>8</cp:revision>
  <dcterms:created xsi:type="dcterms:W3CDTF">2025-11-29T03:41:47Z</dcterms:created>
  <dcterms:modified xsi:type="dcterms:W3CDTF">2026-03-22T17:59:09Z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906ff0-52ec-452d-8c5e-cde77f900816_Enabled">
    <vt:lpwstr>true</vt:lpwstr>
  </property>
  <property fmtid="{D5CDD505-2E9C-101B-9397-08002B2CF9AE}" pid="3" name="MSIP_Label_e8906ff0-52ec-452d-8c5e-cde77f900816_SetDate">
    <vt:lpwstr>2026-02-01T19:58:55Z</vt:lpwstr>
  </property>
  <property fmtid="{D5CDD505-2E9C-101B-9397-08002B2CF9AE}" pid="4" name="MSIP_Label_e8906ff0-52ec-452d-8c5e-cde77f900816_Method">
    <vt:lpwstr>Standard</vt:lpwstr>
  </property>
  <property fmtid="{D5CDD505-2E9C-101B-9397-08002B2CF9AE}" pid="5" name="MSIP_Label_e8906ff0-52ec-452d-8c5e-cde77f900816_Name">
    <vt:lpwstr>e8906ff0-52ec-452d-8c5e-cde77f900816</vt:lpwstr>
  </property>
  <property fmtid="{D5CDD505-2E9C-101B-9397-08002B2CF9AE}" pid="6" name="MSIP_Label_e8906ff0-52ec-452d-8c5e-cde77f900816_SiteId">
    <vt:lpwstr>dd8acbd0-ad85-4eb9-8a76-871027ad4a1b</vt:lpwstr>
  </property>
  <property fmtid="{D5CDD505-2E9C-101B-9397-08002B2CF9AE}" pid="7" name="MSIP_Label_e8906ff0-52ec-452d-8c5e-cde77f900816_ActionId">
    <vt:lpwstr>f0b818f8-6484-46b8-981c-ae93cebcb79c</vt:lpwstr>
  </property>
  <property fmtid="{D5CDD505-2E9C-101B-9397-08002B2CF9AE}" pid="8" name="MSIP_Label_e8906ff0-52ec-452d-8c5e-cde77f900816_ContentBits">
    <vt:lpwstr>0</vt:lpwstr>
  </property>
  <property fmtid="{D5CDD505-2E9C-101B-9397-08002B2CF9AE}" pid="9" name="MSIP_Label_e8906ff0-52ec-452d-8c5e-cde77f900816_Tag">
    <vt:lpwstr>50, 3, 0, 1</vt:lpwstr>
  </property>
</Properties>
</file>