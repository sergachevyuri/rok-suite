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5"/>
  </p:notesMasterIdLst>
  <p:sldIdLst>
    <p:sldId id="256" r:id="rId2"/>
    <p:sldId id="258" r:id="rId3"/>
    <p:sldId id="257" r:id="rId4"/>
  </p:sldIdLst>
  <p:sldSz cx="896143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87"/>
    <p:restoredTop sz="94658"/>
  </p:normalViewPr>
  <p:slideViewPr>
    <p:cSldViewPr snapToGrid="0">
      <p:cViewPr varScale="1">
        <p:scale>
          <a:sx n="120" d="100"/>
          <a:sy n="120" d="100"/>
        </p:scale>
        <p:origin x="212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A7AE60-8256-F14E-9EB4-94FADFD335EB}" type="datetimeFigureOut">
              <a:rPr lang="en-US" smtClean="0"/>
              <a:t>2/7/26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412875" y="1143000"/>
            <a:ext cx="4032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AC7242-A353-7C48-AE5E-C41FCE3165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2429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AC7242-A353-7C48-AE5E-C41FCE31657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2052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72108" y="1122363"/>
            <a:ext cx="7617222" cy="2387600"/>
          </a:xfrm>
        </p:spPr>
        <p:txBody>
          <a:bodyPr anchor="b"/>
          <a:lstStyle>
            <a:lvl1pPr algn="ctr">
              <a:defRPr sz="58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20180" y="3602038"/>
            <a:ext cx="6721079" cy="1655762"/>
          </a:xfrm>
        </p:spPr>
        <p:txBody>
          <a:bodyPr/>
          <a:lstStyle>
            <a:lvl1pPr marL="0" indent="0" algn="ctr">
              <a:buNone/>
              <a:defRPr sz="2352"/>
            </a:lvl1pPr>
            <a:lvl2pPr marL="448056" indent="0" algn="ctr">
              <a:buNone/>
              <a:defRPr sz="1960"/>
            </a:lvl2pPr>
            <a:lvl3pPr marL="896112" indent="0" algn="ctr">
              <a:buNone/>
              <a:defRPr sz="1764"/>
            </a:lvl3pPr>
            <a:lvl4pPr marL="1344168" indent="0" algn="ctr">
              <a:buNone/>
              <a:defRPr sz="1568"/>
            </a:lvl4pPr>
            <a:lvl5pPr marL="1792224" indent="0" algn="ctr">
              <a:buNone/>
              <a:defRPr sz="1568"/>
            </a:lvl5pPr>
            <a:lvl6pPr marL="2240280" indent="0" algn="ctr">
              <a:buNone/>
              <a:defRPr sz="1568"/>
            </a:lvl6pPr>
            <a:lvl7pPr marL="2688336" indent="0" algn="ctr">
              <a:buNone/>
              <a:defRPr sz="1568"/>
            </a:lvl7pPr>
            <a:lvl8pPr marL="3136392" indent="0" algn="ctr">
              <a:buNone/>
              <a:defRPr sz="1568"/>
            </a:lvl8pPr>
            <a:lvl9pPr marL="3584448" indent="0" algn="ctr">
              <a:buNone/>
              <a:defRPr sz="1568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110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8272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1432" y="1709740"/>
            <a:ext cx="7729240" cy="2852737"/>
          </a:xfrm>
        </p:spPr>
        <p:txBody>
          <a:bodyPr anchor="b"/>
          <a:lstStyle>
            <a:lvl1pPr>
              <a:defRPr sz="58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1432" y="4589465"/>
            <a:ext cx="7729240" cy="1500187"/>
          </a:xfrm>
        </p:spPr>
        <p:txBody>
          <a:bodyPr/>
          <a:lstStyle>
            <a:lvl1pPr marL="0" indent="0">
              <a:buNone/>
              <a:defRPr sz="2352">
                <a:solidFill>
                  <a:schemeClr val="tx1">
                    <a:tint val="82000"/>
                  </a:schemeClr>
                </a:solidFill>
              </a:defRPr>
            </a:lvl1pPr>
            <a:lvl2pPr marL="448056" indent="0">
              <a:buNone/>
              <a:defRPr sz="1960">
                <a:solidFill>
                  <a:schemeClr val="tx1">
                    <a:tint val="82000"/>
                  </a:schemeClr>
                </a:solidFill>
              </a:defRPr>
            </a:lvl2pPr>
            <a:lvl3pPr marL="896112" indent="0">
              <a:buNone/>
              <a:defRPr sz="1764">
                <a:solidFill>
                  <a:schemeClr val="tx1">
                    <a:tint val="82000"/>
                  </a:schemeClr>
                </a:solidFill>
              </a:defRPr>
            </a:lvl3pPr>
            <a:lvl4pPr marL="1344168" indent="0">
              <a:buNone/>
              <a:defRPr sz="1568">
                <a:solidFill>
                  <a:schemeClr val="tx1">
                    <a:tint val="82000"/>
                  </a:schemeClr>
                </a:solidFill>
              </a:defRPr>
            </a:lvl4pPr>
            <a:lvl5pPr marL="1792224" indent="0">
              <a:buNone/>
              <a:defRPr sz="1568">
                <a:solidFill>
                  <a:schemeClr val="tx1">
                    <a:tint val="82000"/>
                  </a:schemeClr>
                </a:solidFill>
              </a:defRPr>
            </a:lvl5pPr>
            <a:lvl6pPr marL="2240280" indent="0">
              <a:buNone/>
              <a:defRPr sz="1568">
                <a:solidFill>
                  <a:schemeClr val="tx1">
                    <a:tint val="82000"/>
                  </a:schemeClr>
                </a:solidFill>
              </a:defRPr>
            </a:lvl6pPr>
            <a:lvl7pPr marL="2688336" indent="0">
              <a:buNone/>
              <a:defRPr sz="1568">
                <a:solidFill>
                  <a:schemeClr val="tx1">
                    <a:tint val="82000"/>
                  </a:schemeClr>
                </a:solidFill>
              </a:defRPr>
            </a:lvl7pPr>
            <a:lvl8pPr marL="3136392" indent="0">
              <a:buNone/>
              <a:defRPr sz="1568">
                <a:solidFill>
                  <a:schemeClr val="tx1">
                    <a:tint val="82000"/>
                  </a:schemeClr>
                </a:solidFill>
              </a:defRPr>
            </a:lvl8pPr>
            <a:lvl9pPr marL="3584448" indent="0">
              <a:buNone/>
              <a:defRPr sz="1568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554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16099" y="1825625"/>
            <a:ext cx="380861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36728" y="1825625"/>
            <a:ext cx="3808611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2/7/26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3953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66" y="365126"/>
            <a:ext cx="772924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7267" y="1681163"/>
            <a:ext cx="3791108" cy="823912"/>
          </a:xfrm>
        </p:spPr>
        <p:txBody>
          <a:bodyPr anchor="b"/>
          <a:lstStyle>
            <a:lvl1pPr marL="0" indent="0">
              <a:buNone/>
              <a:defRPr sz="2352" b="1"/>
            </a:lvl1pPr>
            <a:lvl2pPr marL="448056" indent="0">
              <a:buNone/>
              <a:defRPr sz="1960" b="1"/>
            </a:lvl2pPr>
            <a:lvl3pPr marL="896112" indent="0">
              <a:buNone/>
              <a:defRPr sz="1764" b="1"/>
            </a:lvl3pPr>
            <a:lvl4pPr marL="1344168" indent="0">
              <a:buNone/>
              <a:defRPr sz="1568" b="1"/>
            </a:lvl4pPr>
            <a:lvl5pPr marL="1792224" indent="0">
              <a:buNone/>
              <a:defRPr sz="1568" b="1"/>
            </a:lvl5pPr>
            <a:lvl6pPr marL="2240280" indent="0">
              <a:buNone/>
              <a:defRPr sz="1568" b="1"/>
            </a:lvl6pPr>
            <a:lvl7pPr marL="2688336" indent="0">
              <a:buNone/>
              <a:defRPr sz="1568" b="1"/>
            </a:lvl7pPr>
            <a:lvl8pPr marL="3136392" indent="0">
              <a:buNone/>
              <a:defRPr sz="1568" b="1"/>
            </a:lvl8pPr>
            <a:lvl9pPr marL="3584448" indent="0">
              <a:buNone/>
              <a:defRPr sz="156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67" y="2505075"/>
            <a:ext cx="379110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36729" y="1681163"/>
            <a:ext cx="3809778" cy="823912"/>
          </a:xfrm>
        </p:spPr>
        <p:txBody>
          <a:bodyPr anchor="b"/>
          <a:lstStyle>
            <a:lvl1pPr marL="0" indent="0">
              <a:buNone/>
              <a:defRPr sz="2352" b="1"/>
            </a:lvl1pPr>
            <a:lvl2pPr marL="448056" indent="0">
              <a:buNone/>
              <a:defRPr sz="1960" b="1"/>
            </a:lvl2pPr>
            <a:lvl3pPr marL="896112" indent="0">
              <a:buNone/>
              <a:defRPr sz="1764" b="1"/>
            </a:lvl3pPr>
            <a:lvl4pPr marL="1344168" indent="0">
              <a:buNone/>
              <a:defRPr sz="1568" b="1"/>
            </a:lvl4pPr>
            <a:lvl5pPr marL="1792224" indent="0">
              <a:buNone/>
              <a:defRPr sz="1568" b="1"/>
            </a:lvl5pPr>
            <a:lvl6pPr marL="2240280" indent="0">
              <a:buNone/>
              <a:defRPr sz="1568" b="1"/>
            </a:lvl6pPr>
            <a:lvl7pPr marL="2688336" indent="0">
              <a:buNone/>
              <a:defRPr sz="1568" b="1"/>
            </a:lvl7pPr>
            <a:lvl8pPr marL="3136392" indent="0">
              <a:buNone/>
              <a:defRPr sz="1568" b="1"/>
            </a:lvl8pPr>
            <a:lvl9pPr marL="3584448" indent="0">
              <a:buNone/>
              <a:defRPr sz="156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36729" y="2505075"/>
            <a:ext cx="380977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2/7/26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585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2/7/26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4604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2/7/26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2050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66" y="457200"/>
            <a:ext cx="2890297" cy="1600200"/>
          </a:xfrm>
        </p:spPr>
        <p:txBody>
          <a:bodyPr anchor="b"/>
          <a:lstStyle>
            <a:lvl1pPr>
              <a:defRPr sz="313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09778" y="987426"/>
            <a:ext cx="4536728" cy="4873625"/>
          </a:xfrm>
        </p:spPr>
        <p:txBody>
          <a:bodyPr/>
          <a:lstStyle>
            <a:lvl1pPr>
              <a:defRPr sz="3136"/>
            </a:lvl1pPr>
            <a:lvl2pPr>
              <a:defRPr sz="2744"/>
            </a:lvl2pPr>
            <a:lvl3pPr>
              <a:defRPr sz="2352"/>
            </a:lvl3pPr>
            <a:lvl4pPr>
              <a:defRPr sz="1960"/>
            </a:lvl4pPr>
            <a:lvl5pPr>
              <a:defRPr sz="1960"/>
            </a:lvl5pPr>
            <a:lvl6pPr>
              <a:defRPr sz="1960"/>
            </a:lvl6pPr>
            <a:lvl7pPr>
              <a:defRPr sz="1960"/>
            </a:lvl7pPr>
            <a:lvl8pPr>
              <a:defRPr sz="1960"/>
            </a:lvl8pPr>
            <a:lvl9pPr>
              <a:defRPr sz="19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7266" y="2057400"/>
            <a:ext cx="2890297" cy="3811588"/>
          </a:xfrm>
        </p:spPr>
        <p:txBody>
          <a:bodyPr/>
          <a:lstStyle>
            <a:lvl1pPr marL="0" indent="0">
              <a:buNone/>
              <a:defRPr sz="1568"/>
            </a:lvl1pPr>
            <a:lvl2pPr marL="448056" indent="0">
              <a:buNone/>
              <a:defRPr sz="1372"/>
            </a:lvl2pPr>
            <a:lvl3pPr marL="896112" indent="0">
              <a:buNone/>
              <a:defRPr sz="1176"/>
            </a:lvl3pPr>
            <a:lvl4pPr marL="1344168" indent="0">
              <a:buNone/>
              <a:defRPr sz="980"/>
            </a:lvl4pPr>
            <a:lvl5pPr marL="1792224" indent="0">
              <a:buNone/>
              <a:defRPr sz="980"/>
            </a:lvl5pPr>
            <a:lvl6pPr marL="2240280" indent="0">
              <a:buNone/>
              <a:defRPr sz="980"/>
            </a:lvl6pPr>
            <a:lvl7pPr marL="2688336" indent="0">
              <a:buNone/>
              <a:defRPr sz="980"/>
            </a:lvl7pPr>
            <a:lvl8pPr marL="3136392" indent="0">
              <a:buNone/>
              <a:defRPr sz="980"/>
            </a:lvl8pPr>
            <a:lvl9pPr marL="3584448" indent="0">
              <a:buNone/>
              <a:defRPr sz="9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2/7/26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318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17266" y="457200"/>
            <a:ext cx="2890297" cy="1600200"/>
          </a:xfrm>
        </p:spPr>
        <p:txBody>
          <a:bodyPr anchor="b"/>
          <a:lstStyle>
            <a:lvl1pPr>
              <a:defRPr sz="3136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09778" y="987426"/>
            <a:ext cx="4536728" cy="4873625"/>
          </a:xfrm>
        </p:spPr>
        <p:txBody>
          <a:bodyPr anchor="t"/>
          <a:lstStyle>
            <a:lvl1pPr marL="0" indent="0">
              <a:buNone/>
              <a:defRPr sz="3136"/>
            </a:lvl1pPr>
            <a:lvl2pPr marL="448056" indent="0">
              <a:buNone/>
              <a:defRPr sz="2744"/>
            </a:lvl2pPr>
            <a:lvl3pPr marL="896112" indent="0">
              <a:buNone/>
              <a:defRPr sz="2352"/>
            </a:lvl3pPr>
            <a:lvl4pPr marL="1344168" indent="0">
              <a:buNone/>
              <a:defRPr sz="1960"/>
            </a:lvl4pPr>
            <a:lvl5pPr marL="1792224" indent="0">
              <a:buNone/>
              <a:defRPr sz="1960"/>
            </a:lvl5pPr>
            <a:lvl6pPr marL="2240280" indent="0">
              <a:buNone/>
              <a:defRPr sz="1960"/>
            </a:lvl6pPr>
            <a:lvl7pPr marL="2688336" indent="0">
              <a:buNone/>
              <a:defRPr sz="1960"/>
            </a:lvl7pPr>
            <a:lvl8pPr marL="3136392" indent="0">
              <a:buNone/>
              <a:defRPr sz="1960"/>
            </a:lvl8pPr>
            <a:lvl9pPr marL="3584448" indent="0">
              <a:buNone/>
              <a:defRPr sz="196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17266" y="2057400"/>
            <a:ext cx="2890297" cy="3811588"/>
          </a:xfrm>
        </p:spPr>
        <p:txBody>
          <a:bodyPr/>
          <a:lstStyle>
            <a:lvl1pPr marL="0" indent="0">
              <a:buNone/>
              <a:defRPr sz="1568"/>
            </a:lvl1pPr>
            <a:lvl2pPr marL="448056" indent="0">
              <a:buNone/>
              <a:defRPr sz="1372"/>
            </a:lvl2pPr>
            <a:lvl3pPr marL="896112" indent="0">
              <a:buNone/>
              <a:defRPr sz="1176"/>
            </a:lvl3pPr>
            <a:lvl4pPr marL="1344168" indent="0">
              <a:buNone/>
              <a:defRPr sz="980"/>
            </a:lvl4pPr>
            <a:lvl5pPr marL="1792224" indent="0">
              <a:buNone/>
              <a:defRPr sz="980"/>
            </a:lvl5pPr>
            <a:lvl6pPr marL="2240280" indent="0">
              <a:buNone/>
              <a:defRPr sz="980"/>
            </a:lvl6pPr>
            <a:lvl7pPr marL="2688336" indent="0">
              <a:buNone/>
              <a:defRPr sz="980"/>
            </a:lvl7pPr>
            <a:lvl8pPr marL="3136392" indent="0">
              <a:buNone/>
              <a:defRPr sz="980"/>
            </a:lvl8pPr>
            <a:lvl9pPr marL="3584448" indent="0">
              <a:buNone/>
              <a:defRPr sz="9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2/7/26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34699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249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13030" y="365125"/>
            <a:ext cx="193231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16099" y="365125"/>
            <a:ext cx="5684912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B6C4DE-B126-0B48-A37E-D4A228251755}" type="datetimeFigureOut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2428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16099" y="365126"/>
            <a:ext cx="772924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16099" y="1825625"/>
            <a:ext cx="772924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16099" y="6356352"/>
            <a:ext cx="201632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7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B6C4DE-B126-0B48-A37E-D4A228251755}" type="datetimeFigureOut">
              <a:rPr lang="en-US" smtClean="0"/>
              <a:t>2/7/26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68477" y="6356352"/>
            <a:ext cx="302448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7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329015" y="6356352"/>
            <a:ext cx="201632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7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A1F1B3-3B11-1B40-948D-E44AADE310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6906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896112" rtl="0" eaLnBrk="1" latinLnBrk="0" hangingPunct="1">
        <a:lnSpc>
          <a:spcPct val="90000"/>
        </a:lnSpc>
        <a:spcBef>
          <a:spcPct val="0"/>
        </a:spcBef>
        <a:buNone/>
        <a:defRPr sz="431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4028" indent="-224028" algn="l" defTabSz="896112" rtl="0" eaLnBrk="1" latinLnBrk="0" hangingPunct="1">
        <a:lnSpc>
          <a:spcPct val="90000"/>
        </a:lnSpc>
        <a:spcBef>
          <a:spcPts val="980"/>
        </a:spcBef>
        <a:buFont typeface="Arial" panose="020B0604020202020204" pitchFamily="34" charset="0"/>
        <a:buChar char="•"/>
        <a:defRPr sz="2744" kern="1200">
          <a:solidFill>
            <a:schemeClr val="tx1"/>
          </a:solidFill>
          <a:latin typeface="+mn-lt"/>
          <a:ea typeface="+mn-ea"/>
          <a:cs typeface="+mn-cs"/>
        </a:defRPr>
      </a:lvl1pPr>
      <a:lvl2pPr marL="672084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2352" kern="1200">
          <a:solidFill>
            <a:schemeClr val="tx1"/>
          </a:solidFill>
          <a:latin typeface="+mn-lt"/>
          <a:ea typeface="+mn-ea"/>
          <a:cs typeface="+mn-cs"/>
        </a:defRPr>
      </a:lvl2pPr>
      <a:lvl3pPr marL="1120140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960" kern="1200">
          <a:solidFill>
            <a:schemeClr val="tx1"/>
          </a:solidFill>
          <a:latin typeface="+mn-lt"/>
          <a:ea typeface="+mn-ea"/>
          <a:cs typeface="+mn-cs"/>
        </a:defRPr>
      </a:lvl3pPr>
      <a:lvl4pPr marL="1568196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4pPr>
      <a:lvl5pPr marL="2016252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5pPr>
      <a:lvl6pPr marL="2464308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6pPr>
      <a:lvl7pPr marL="2912364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7pPr>
      <a:lvl8pPr marL="3360420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8pPr>
      <a:lvl9pPr marL="3808476" indent="-224028" algn="l" defTabSz="896112" rtl="0" eaLnBrk="1" latinLnBrk="0" hangingPunct="1">
        <a:lnSpc>
          <a:spcPct val="90000"/>
        </a:lnSpc>
        <a:spcBef>
          <a:spcPts val="490"/>
        </a:spcBef>
        <a:buFont typeface="Arial" panose="020B0604020202020204" pitchFamily="34" charset="0"/>
        <a:buChar char="•"/>
        <a:defRPr sz="176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1pPr>
      <a:lvl2pPr marL="448056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2pPr>
      <a:lvl3pPr marL="896112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3pPr>
      <a:lvl4pPr marL="1344168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4pPr>
      <a:lvl5pPr marL="1792224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5pPr>
      <a:lvl6pPr marL="2240280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6pPr>
      <a:lvl7pPr marL="2688336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7pPr>
      <a:lvl8pPr marL="3136392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8pPr>
      <a:lvl9pPr marL="3584448" algn="l" defTabSz="896112" rtl="0" eaLnBrk="1" latinLnBrk="0" hangingPunct="1">
        <a:defRPr sz="176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ame of a board game&#10;&#10;AI-generated content may be incorrect.">
            <a:extLst>
              <a:ext uri="{FF2B5EF4-FFF2-40B4-BE49-F238E27FC236}">
                <a16:creationId xmlns:a16="http://schemas.microsoft.com/office/drawing/2014/main" id="{9AF4BDA3-5CCA-266F-8406-2A8502086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0"/>
            <a:ext cx="8964707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4CE0229F-F911-DC1A-C6E6-9CF7E2E9E5A0}"/>
              </a:ext>
            </a:extLst>
          </p:cNvPr>
          <p:cNvSpPr/>
          <p:nvPr/>
        </p:nvSpPr>
        <p:spPr>
          <a:xfrm rot="1979634">
            <a:off x="-131765" y="3372644"/>
            <a:ext cx="6582822" cy="2574389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B95C755-6FCD-60E3-D019-4E831D422186}"/>
              </a:ext>
            </a:extLst>
          </p:cNvPr>
          <p:cNvSpPr/>
          <p:nvPr/>
        </p:nvSpPr>
        <p:spPr>
          <a:xfrm rot="1979634">
            <a:off x="1896508" y="385411"/>
            <a:ext cx="6558877" cy="2337741"/>
          </a:xfrm>
          <a:prstGeom prst="rect">
            <a:avLst/>
          </a:prstGeom>
          <a:solidFill>
            <a:schemeClr val="accent4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B1A919-0656-46D4-9A83-24DBFAD278F7}"/>
              </a:ext>
            </a:extLst>
          </p:cNvPr>
          <p:cNvSpPr/>
          <p:nvPr/>
        </p:nvSpPr>
        <p:spPr>
          <a:xfrm rot="1979634">
            <a:off x="901795" y="2449619"/>
            <a:ext cx="6568256" cy="1204578"/>
          </a:xfrm>
          <a:prstGeom prst="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7E59F7-AE05-830E-6C93-61D3F48327EB}"/>
              </a:ext>
            </a:extLst>
          </p:cNvPr>
          <p:cNvSpPr txBox="1"/>
          <p:nvPr/>
        </p:nvSpPr>
        <p:spPr>
          <a:xfrm>
            <a:off x="7268392" y="5347699"/>
            <a:ext cx="934651" cy="519351"/>
          </a:xfrm>
          <a:prstGeom prst="ellipse">
            <a:avLst/>
          </a:prstGeom>
          <a:solidFill>
            <a:srgbClr val="FF0000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/>
              <a:t>Start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51FB2-A504-E958-2340-45080BFE8078}"/>
              </a:ext>
            </a:extLst>
          </p:cNvPr>
          <p:cNvSpPr txBox="1"/>
          <p:nvPr/>
        </p:nvSpPr>
        <p:spPr>
          <a:xfrm>
            <a:off x="577331" y="496441"/>
            <a:ext cx="1211548" cy="519351"/>
          </a:xfrm>
          <a:prstGeom prst="ellipse">
            <a:avLst/>
          </a:prstGeom>
          <a:solidFill>
            <a:schemeClr val="accent4"/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/>
              <a:t>Enemy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B966B82-6CA0-46E5-1E21-59115CE4C277}"/>
              </a:ext>
            </a:extLst>
          </p:cNvPr>
          <p:cNvCxnSpPr/>
          <p:nvPr/>
        </p:nvCxnSpPr>
        <p:spPr>
          <a:xfrm flipV="1">
            <a:off x="7602279" y="3429000"/>
            <a:ext cx="0" cy="1727791"/>
          </a:xfrm>
          <a:prstGeom prst="straightConnector1">
            <a:avLst/>
          </a:prstGeom>
          <a:ln w="47625">
            <a:solidFill>
              <a:schemeClr val="accent4"/>
            </a:solidFill>
            <a:headEnd w="lg" len="lg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794881D-0240-C951-375B-FF2B22F66CC4}"/>
              </a:ext>
            </a:extLst>
          </p:cNvPr>
          <p:cNvCxnSpPr>
            <a:cxnSpLocks/>
          </p:cNvCxnSpPr>
          <p:nvPr/>
        </p:nvCxnSpPr>
        <p:spPr>
          <a:xfrm flipH="1" flipV="1">
            <a:off x="4072270" y="5532365"/>
            <a:ext cx="2955851" cy="156054"/>
          </a:xfrm>
          <a:prstGeom prst="straightConnector1">
            <a:avLst/>
          </a:prstGeom>
          <a:ln w="47625">
            <a:solidFill>
              <a:schemeClr val="accent5"/>
            </a:solidFill>
            <a:headEnd w="lg" len="lg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24A0CBB-F801-14CE-A390-1A2A6368810E}"/>
              </a:ext>
            </a:extLst>
          </p:cNvPr>
          <p:cNvCxnSpPr>
            <a:cxnSpLocks/>
          </p:cNvCxnSpPr>
          <p:nvPr/>
        </p:nvCxnSpPr>
        <p:spPr>
          <a:xfrm flipH="1" flipV="1">
            <a:off x="6424004" y="2934586"/>
            <a:ext cx="877383" cy="117322"/>
          </a:xfrm>
          <a:prstGeom prst="straightConnector1">
            <a:avLst/>
          </a:prstGeom>
          <a:ln w="47625">
            <a:solidFill>
              <a:schemeClr val="accent4"/>
            </a:solidFill>
            <a:headEnd w="lg" len="lg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3983888-8841-8D18-604F-0818EFC01CC8}"/>
              </a:ext>
            </a:extLst>
          </p:cNvPr>
          <p:cNvCxnSpPr>
            <a:cxnSpLocks/>
          </p:cNvCxnSpPr>
          <p:nvPr/>
        </p:nvCxnSpPr>
        <p:spPr>
          <a:xfrm flipH="1" flipV="1">
            <a:off x="7301387" y="2211572"/>
            <a:ext cx="268902" cy="606056"/>
          </a:xfrm>
          <a:prstGeom prst="straightConnector1">
            <a:avLst/>
          </a:prstGeom>
          <a:ln w="47625">
            <a:solidFill>
              <a:schemeClr val="accent4"/>
            </a:solidFill>
            <a:headEnd w="lg" len="lg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AEEEA9F-6BC2-4D8A-5B86-779AEA5190CD}"/>
              </a:ext>
            </a:extLst>
          </p:cNvPr>
          <p:cNvCxnSpPr>
            <a:cxnSpLocks/>
          </p:cNvCxnSpPr>
          <p:nvPr/>
        </p:nvCxnSpPr>
        <p:spPr>
          <a:xfrm flipH="1" flipV="1">
            <a:off x="2509284" y="5276956"/>
            <a:ext cx="801321" cy="83918"/>
          </a:xfrm>
          <a:prstGeom prst="straightConnector1">
            <a:avLst/>
          </a:prstGeom>
          <a:ln w="47625">
            <a:solidFill>
              <a:schemeClr val="accent5"/>
            </a:solidFill>
            <a:headEnd w="lg" len="lg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AA9957DC-33DE-F67B-4C4C-34748D76AAC7}"/>
              </a:ext>
            </a:extLst>
          </p:cNvPr>
          <p:cNvCxnSpPr>
            <a:cxnSpLocks/>
          </p:cNvCxnSpPr>
          <p:nvPr/>
        </p:nvCxnSpPr>
        <p:spPr>
          <a:xfrm flipV="1">
            <a:off x="3678865" y="4433777"/>
            <a:ext cx="0" cy="723014"/>
          </a:xfrm>
          <a:prstGeom prst="straightConnector1">
            <a:avLst/>
          </a:prstGeom>
          <a:ln w="47625">
            <a:solidFill>
              <a:schemeClr val="accent5"/>
            </a:solidFill>
            <a:headEnd w="lg" len="lg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B146A04-B288-17D0-9395-51BA9D58B940}"/>
              </a:ext>
            </a:extLst>
          </p:cNvPr>
          <p:cNvCxnSpPr>
            <a:cxnSpLocks/>
          </p:cNvCxnSpPr>
          <p:nvPr/>
        </p:nvCxnSpPr>
        <p:spPr>
          <a:xfrm flipH="1" flipV="1">
            <a:off x="5819888" y="4240838"/>
            <a:ext cx="1208233" cy="915953"/>
          </a:xfrm>
          <a:prstGeom prst="straightConnector1">
            <a:avLst/>
          </a:prstGeom>
          <a:ln w="47625">
            <a:solidFill>
              <a:schemeClr val="accent2"/>
            </a:solidFill>
            <a:headEnd w="lg" len="lg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10C76C3-F41D-795D-AE09-E508DAA5BF9C}"/>
              </a:ext>
            </a:extLst>
          </p:cNvPr>
          <p:cNvCxnSpPr>
            <a:cxnSpLocks/>
          </p:cNvCxnSpPr>
          <p:nvPr/>
        </p:nvCxnSpPr>
        <p:spPr>
          <a:xfrm flipH="1">
            <a:off x="5550195" y="4225401"/>
            <a:ext cx="29422" cy="633181"/>
          </a:xfrm>
          <a:prstGeom prst="straightConnector1">
            <a:avLst/>
          </a:prstGeom>
          <a:ln w="47625">
            <a:solidFill>
              <a:schemeClr val="accent2"/>
            </a:solidFill>
            <a:headEnd w="lg" len="lg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8488E46-24D8-4A6F-74C5-EC4182A250E2}"/>
              </a:ext>
            </a:extLst>
          </p:cNvPr>
          <p:cNvCxnSpPr>
            <a:cxnSpLocks/>
          </p:cNvCxnSpPr>
          <p:nvPr/>
        </p:nvCxnSpPr>
        <p:spPr>
          <a:xfrm>
            <a:off x="5768372" y="4005005"/>
            <a:ext cx="906580" cy="0"/>
          </a:xfrm>
          <a:prstGeom prst="straightConnector1">
            <a:avLst/>
          </a:prstGeom>
          <a:ln w="47625">
            <a:solidFill>
              <a:schemeClr val="accent2"/>
            </a:solidFill>
            <a:headEnd w="lg" len="lg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54C6507-5262-D089-7554-B42DE163F015}"/>
              </a:ext>
            </a:extLst>
          </p:cNvPr>
          <p:cNvSpPr txBox="1"/>
          <p:nvPr/>
        </p:nvSpPr>
        <p:spPr>
          <a:xfrm>
            <a:off x="6621188" y="556458"/>
            <a:ext cx="1665328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/>
              <a:t>Top Lane:</a:t>
            </a:r>
          </a:p>
          <a:p>
            <a:r>
              <a:rPr lang="en-US" dirty="0" err="1"/>
              <a:t>GiaHuy’s</a:t>
            </a:r>
            <a:r>
              <a:rPr lang="en-US" dirty="0"/>
              <a:t> Team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EF2A187-0E41-22B5-D6F9-F99E80D3F9BB}"/>
              </a:ext>
            </a:extLst>
          </p:cNvPr>
          <p:cNvSpPr txBox="1"/>
          <p:nvPr/>
        </p:nvSpPr>
        <p:spPr>
          <a:xfrm>
            <a:off x="1501009" y="5981968"/>
            <a:ext cx="1526444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pPr algn="r"/>
            <a:r>
              <a:rPr lang="en-US" dirty="0"/>
              <a:t>Bottom Lane:</a:t>
            </a:r>
          </a:p>
          <a:p>
            <a:pPr algn="r"/>
            <a:r>
              <a:rPr lang="en-US" dirty="0"/>
              <a:t>Bun’s Team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E9EA09-F463-44EE-3C3A-09ABBE695A49}"/>
              </a:ext>
            </a:extLst>
          </p:cNvPr>
          <p:cNvSpPr txBox="1"/>
          <p:nvPr/>
        </p:nvSpPr>
        <p:spPr>
          <a:xfrm>
            <a:off x="4498513" y="3331222"/>
            <a:ext cx="1626984" cy="646331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rtlCol="0">
            <a:spAutoFit/>
          </a:bodyPr>
          <a:lstStyle/>
          <a:p>
            <a:r>
              <a:rPr lang="en-US" dirty="0"/>
              <a:t>Middle Lane:</a:t>
            </a:r>
          </a:p>
          <a:p>
            <a:r>
              <a:rPr lang="en-US" dirty="0"/>
              <a:t>Draken’s Team</a:t>
            </a:r>
          </a:p>
        </p:txBody>
      </p:sp>
    </p:spTree>
    <p:extLst>
      <p:ext uri="{BB962C8B-B14F-4D97-AF65-F5344CB8AC3E}">
        <p14:creationId xmlns:p14="http://schemas.microsoft.com/office/powerpoint/2010/main" val="2075628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767E5-957F-6421-D1CF-BB3D80CA8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ame of a board game&#10;&#10;AI-generated content may be incorrect.">
            <a:extLst>
              <a:ext uri="{FF2B5EF4-FFF2-40B4-BE49-F238E27FC236}">
                <a16:creationId xmlns:a16="http://schemas.microsoft.com/office/drawing/2014/main" id="{07B47418-D4B8-F8F6-CFA0-20A05114F2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8964707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E723DD54-91B4-F4CF-2DD4-67CC799504D2}"/>
              </a:ext>
            </a:extLst>
          </p:cNvPr>
          <p:cNvSpPr/>
          <p:nvPr/>
        </p:nvSpPr>
        <p:spPr>
          <a:xfrm rot="1979634">
            <a:off x="-131765" y="3372644"/>
            <a:ext cx="6582822" cy="2574389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C690EAD-DE29-F77F-5C06-B5683FD2CE33}"/>
              </a:ext>
            </a:extLst>
          </p:cNvPr>
          <p:cNvSpPr/>
          <p:nvPr/>
        </p:nvSpPr>
        <p:spPr>
          <a:xfrm rot="1979634">
            <a:off x="1896508" y="385411"/>
            <a:ext cx="6558877" cy="2337741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6092E0-E58E-1490-3913-F4816069B0F6}"/>
              </a:ext>
            </a:extLst>
          </p:cNvPr>
          <p:cNvSpPr/>
          <p:nvPr/>
        </p:nvSpPr>
        <p:spPr>
          <a:xfrm rot="1979634">
            <a:off x="901795" y="2449619"/>
            <a:ext cx="6568256" cy="1204578"/>
          </a:xfrm>
          <a:prstGeom prst="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A66448F9-5370-40F2-8B59-0DF5858027EB}"/>
              </a:ext>
            </a:extLst>
          </p:cNvPr>
          <p:cNvSpPr/>
          <p:nvPr/>
        </p:nvSpPr>
        <p:spPr>
          <a:xfrm>
            <a:off x="784617" y="3831367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358652C-3A30-CC8C-89FC-CA6F0693B4A0}"/>
              </a:ext>
            </a:extLst>
          </p:cNvPr>
          <p:cNvSpPr/>
          <p:nvPr/>
        </p:nvSpPr>
        <p:spPr>
          <a:xfrm>
            <a:off x="712521" y="2668487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7EFC14B-3810-B57A-89B8-A72A6E8DD541}"/>
              </a:ext>
            </a:extLst>
          </p:cNvPr>
          <p:cNvSpPr/>
          <p:nvPr/>
        </p:nvSpPr>
        <p:spPr>
          <a:xfrm>
            <a:off x="2128829" y="3051908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C7610ED-039A-7EBE-2EF0-CC0893D91D42}"/>
              </a:ext>
            </a:extLst>
          </p:cNvPr>
          <p:cNvSpPr/>
          <p:nvPr/>
        </p:nvSpPr>
        <p:spPr>
          <a:xfrm>
            <a:off x="1884280" y="4948683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9CC1A9F-20E5-9310-45BB-1981DABC5368}"/>
              </a:ext>
            </a:extLst>
          </p:cNvPr>
          <p:cNvSpPr/>
          <p:nvPr/>
        </p:nvSpPr>
        <p:spPr>
          <a:xfrm>
            <a:off x="3453233" y="5147060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3EB7E5A-A40E-D783-01A6-575A253C9096}"/>
              </a:ext>
            </a:extLst>
          </p:cNvPr>
          <p:cNvSpPr/>
          <p:nvPr/>
        </p:nvSpPr>
        <p:spPr>
          <a:xfrm>
            <a:off x="3453233" y="3976727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65944EC-5BDF-0C6F-0DCA-93E108862E59}"/>
              </a:ext>
            </a:extLst>
          </p:cNvPr>
          <p:cNvSpPr/>
          <p:nvPr/>
        </p:nvSpPr>
        <p:spPr>
          <a:xfrm>
            <a:off x="5337512" y="4855586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8722853-5164-0CBD-4675-D08D67F55B77}"/>
              </a:ext>
            </a:extLst>
          </p:cNvPr>
          <p:cNvSpPr/>
          <p:nvPr/>
        </p:nvSpPr>
        <p:spPr>
          <a:xfrm>
            <a:off x="1350321" y="1766778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9CBFEB0-14FD-79B2-C542-56AB0F9CD587}"/>
              </a:ext>
            </a:extLst>
          </p:cNvPr>
          <p:cNvSpPr/>
          <p:nvPr/>
        </p:nvSpPr>
        <p:spPr>
          <a:xfrm>
            <a:off x="2766629" y="1889153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EAB67E2-4985-1A73-6563-33EA8D95B597}"/>
              </a:ext>
            </a:extLst>
          </p:cNvPr>
          <p:cNvSpPr/>
          <p:nvPr/>
        </p:nvSpPr>
        <p:spPr>
          <a:xfrm>
            <a:off x="2766629" y="869562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189F8B2-2570-4F79-B057-12AD1EDD9209}"/>
              </a:ext>
            </a:extLst>
          </p:cNvPr>
          <p:cNvSpPr/>
          <p:nvPr/>
        </p:nvSpPr>
        <p:spPr>
          <a:xfrm>
            <a:off x="4549817" y="758379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56304FF-D597-8211-2D82-307C4F0BA60F}"/>
              </a:ext>
            </a:extLst>
          </p:cNvPr>
          <p:cNvSpPr/>
          <p:nvPr/>
        </p:nvSpPr>
        <p:spPr>
          <a:xfrm>
            <a:off x="4549817" y="1787894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ABA0D9B-6E5F-468B-C28E-AF5538E14486}"/>
              </a:ext>
            </a:extLst>
          </p:cNvPr>
          <p:cNvSpPr/>
          <p:nvPr/>
        </p:nvSpPr>
        <p:spPr>
          <a:xfrm>
            <a:off x="4026490" y="2939903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4E997F5-3F88-891C-9190-5742CF02FFA5}"/>
              </a:ext>
            </a:extLst>
          </p:cNvPr>
          <p:cNvSpPr/>
          <p:nvPr/>
        </p:nvSpPr>
        <p:spPr>
          <a:xfrm>
            <a:off x="5292650" y="3785431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DA094F58-AF8D-999C-FCF2-EEDFAA3DC41C}"/>
              </a:ext>
            </a:extLst>
          </p:cNvPr>
          <p:cNvSpPr/>
          <p:nvPr/>
        </p:nvSpPr>
        <p:spPr>
          <a:xfrm>
            <a:off x="5826609" y="2658004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AE32FB6-4C42-8756-E68E-AB493B985355}"/>
              </a:ext>
            </a:extLst>
          </p:cNvPr>
          <p:cNvSpPr/>
          <p:nvPr/>
        </p:nvSpPr>
        <p:spPr>
          <a:xfrm>
            <a:off x="5826609" y="869711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E3F52C5-5BE2-BB0A-4CCB-2BAE43089049}"/>
              </a:ext>
            </a:extLst>
          </p:cNvPr>
          <p:cNvSpPr/>
          <p:nvPr/>
        </p:nvSpPr>
        <p:spPr>
          <a:xfrm>
            <a:off x="7409225" y="2881436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E777F77-E2F9-21CE-EDAE-788FB5A50D31}"/>
              </a:ext>
            </a:extLst>
          </p:cNvPr>
          <p:cNvSpPr/>
          <p:nvPr/>
        </p:nvSpPr>
        <p:spPr>
          <a:xfrm>
            <a:off x="6817516" y="3785430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978FB8E-2B9D-6486-B44C-42A2A1FBE5E5}"/>
              </a:ext>
            </a:extLst>
          </p:cNvPr>
          <p:cNvSpPr/>
          <p:nvPr/>
        </p:nvSpPr>
        <p:spPr>
          <a:xfrm>
            <a:off x="7077158" y="1718556"/>
            <a:ext cx="489097" cy="489097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69794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53E0E8-FC6A-9CC7-61D9-4DA3293CB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ame of a board game&#10;&#10;AI-generated content may be incorrect.">
            <a:extLst>
              <a:ext uri="{FF2B5EF4-FFF2-40B4-BE49-F238E27FC236}">
                <a16:creationId xmlns:a16="http://schemas.microsoft.com/office/drawing/2014/main" id="{120C1AAB-8D5B-C123-6F3F-C487033D44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8964707" cy="6858000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2658EAA0-BAA3-F8EA-BD12-CDA096B930EB}"/>
              </a:ext>
            </a:extLst>
          </p:cNvPr>
          <p:cNvSpPr/>
          <p:nvPr/>
        </p:nvSpPr>
        <p:spPr>
          <a:xfrm rot="1979634">
            <a:off x="-131765" y="3372644"/>
            <a:ext cx="6582822" cy="2574389"/>
          </a:xfrm>
          <a:prstGeom prst="rect">
            <a:avLst/>
          </a:pr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956B01-D09C-C842-5D76-2182C5EBBDA5}"/>
              </a:ext>
            </a:extLst>
          </p:cNvPr>
          <p:cNvSpPr/>
          <p:nvPr/>
        </p:nvSpPr>
        <p:spPr>
          <a:xfrm rot="1979634">
            <a:off x="1896508" y="385411"/>
            <a:ext cx="6558877" cy="2337741"/>
          </a:xfrm>
          <a:prstGeom prst="rect">
            <a:avLst/>
          </a:prstGeom>
          <a:solidFill>
            <a:schemeClr val="accent5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50BF425-5DA2-E946-8EB7-DC5ECACD4ADE}"/>
              </a:ext>
            </a:extLst>
          </p:cNvPr>
          <p:cNvSpPr/>
          <p:nvPr/>
        </p:nvSpPr>
        <p:spPr>
          <a:xfrm rot="1979634">
            <a:off x="901795" y="2449619"/>
            <a:ext cx="6568256" cy="1204578"/>
          </a:xfrm>
          <a:prstGeom prst="rect">
            <a:avLst/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4176D2B-264F-ECD1-E7EB-0D20F8114834}"/>
              </a:ext>
            </a:extLst>
          </p:cNvPr>
          <p:cNvGraphicFramePr>
            <a:graphicFrameLocks noGrp="1"/>
          </p:cNvGraphicFramePr>
          <p:nvPr/>
        </p:nvGraphicFramePr>
        <p:xfrm>
          <a:off x="-1" y="0"/>
          <a:ext cx="8961446" cy="685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4671">
                  <a:extLst>
                    <a:ext uri="{9D8B030D-6E8A-4147-A177-3AD203B41FA5}">
                      <a16:colId xmlns:a16="http://schemas.microsoft.com/office/drawing/2014/main" val="3585973272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3890821986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2226567286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405675395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2105157900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291580678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743784602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40145472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2064268603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13833746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96885275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3525223905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01170475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314948668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300433078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707012633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3992912932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410158691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520907287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4061534974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659305803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4161469811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1101098838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738795157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3516195436"/>
                    </a:ext>
                  </a:extLst>
                </a:gridCol>
                <a:gridCol w="344671">
                  <a:extLst>
                    <a:ext uri="{9D8B030D-6E8A-4147-A177-3AD203B41FA5}">
                      <a16:colId xmlns:a16="http://schemas.microsoft.com/office/drawing/2014/main" val="25262194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8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9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12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13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14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15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16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17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18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19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21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22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23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24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25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26</a:t>
                      </a: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791992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103858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505105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4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546908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5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508308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6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80814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629013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8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46665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9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2929273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348803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11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784501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12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83925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13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1249408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14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51414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15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691284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16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911377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17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617739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18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0866437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19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101686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20</a:t>
                      </a: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200" b="1" dirty="0">
                        <a:solidFill>
                          <a:schemeClr val="bg1"/>
                        </a:solidFill>
                      </a:endParaRPr>
                    </a:p>
                  </a:txBody>
                  <a:tcPr marL="0" marR="0" marT="0" marB="0"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1277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06675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19567</TotalTime>
  <Words>63</Words>
  <Application>Microsoft Macintosh PowerPoint</Application>
  <PresentationFormat>Custom</PresentationFormat>
  <Paragraphs>54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Aubrey Weigel</dc:creator>
  <cp:lastModifiedBy>Aubrey Weigel</cp:lastModifiedBy>
  <cp:revision>5</cp:revision>
  <dcterms:created xsi:type="dcterms:W3CDTF">2025-11-29T03:41:47Z</dcterms:created>
  <dcterms:modified xsi:type="dcterms:W3CDTF">2026-02-07T13:41:32Z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906ff0-52ec-452d-8c5e-cde77f900816_Enabled">
    <vt:lpwstr>true</vt:lpwstr>
  </property>
  <property fmtid="{D5CDD505-2E9C-101B-9397-08002B2CF9AE}" pid="3" name="MSIP_Label_e8906ff0-52ec-452d-8c5e-cde77f900816_SetDate">
    <vt:lpwstr>2026-02-01T19:58:55Z</vt:lpwstr>
  </property>
  <property fmtid="{D5CDD505-2E9C-101B-9397-08002B2CF9AE}" pid="4" name="MSIP_Label_e8906ff0-52ec-452d-8c5e-cde77f900816_Method">
    <vt:lpwstr>Standard</vt:lpwstr>
  </property>
  <property fmtid="{D5CDD505-2E9C-101B-9397-08002B2CF9AE}" pid="5" name="MSIP_Label_e8906ff0-52ec-452d-8c5e-cde77f900816_Name">
    <vt:lpwstr>e8906ff0-52ec-452d-8c5e-cde77f900816</vt:lpwstr>
  </property>
  <property fmtid="{D5CDD505-2E9C-101B-9397-08002B2CF9AE}" pid="6" name="MSIP_Label_e8906ff0-52ec-452d-8c5e-cde77f900816_SiteId">
    <vt:lpwstr>dd8acbd0-ad85-4eb9-8a76-871027ad4a1b</vt:lpwstr>
  </property>
  <property fmtid="{D5CDD505-2E9C-101B-9397-08002B2CF9AE}" pid="7" name="MSIP_Label_e8906ff0-52ec-452d-8c5e-cde77f900816_ActionId">
    <vt:lpwstr>f0b818f8-6484-46b8-981c-ae93cebcb79c</vt:lpwstr>
  </property>
  <property fmtid="{D5CDD505-2E9C-101B-9397-08002B2CF9AE}" pid="8" name="MSIP_Label_e8906ff0-52ec-452d-8c5e-cde77f900816_ContentBits">
    <vt:lpwstr>0</vt:lpwstr>
  </property>
  <property fmtid="{D5CDD505-2E9C-101B-9397-08002B2CF9AE}" pid="9" name="MSIP_Label_e8906ff0-52ec-452d-8c5e-cde77f900816_Tag">
    <vt:lpwstr>50, 3, 0, 1</vt:lpwstr>
  </property>
</Properties>
</file>